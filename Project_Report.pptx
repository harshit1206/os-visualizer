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OS Lab Visualizer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Project Report</a:t>
            </a:r>
          </a:p>
          <a:p>
            <a:r>
              <a:rPr>
                <a:latin typeface="Times New Roman"/>
              </a:rPr>
              <a:t>Comprehensive Operating System Algorithm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The OS Lab Visualizer is an interactive educational platform designed for students and educators.</a:t>
            </a:r>
          </a:p>
          <a:p>
            <a:pPr/>
            <a:r>
              <a:rPr>
                <a:latin typeface="Times New Roman"/>
              </a:rPr>
              <a:t>It aims to bridge the gap between theoretical operating system concepts and practical understanding.</a:t>
            </a:r>
          </a:p>
          <a:p>
            <a:pPr/>
            <a:r>
              <a:rPr>
                <a:latin typeface="Times New Roman"/>
              </a:rPr>
              <a:t>The application provides real-time, visual, step-by-step simulations of complex algorithms.</a:t>
            </a:r>
          </a:p>
          <a:p>
            <a:pPr/>
            <a:r>
              <a:rPr>
                <a:latin typeface="Times New Roman"/>
              </a:rPr>
              <a:t>It covers critical OS topics like CPU Scheduling, Disk Scheduling, Memory Management, Deadlock Detection, and Page Replacement.</a:t>
            </a:r>
          </a:p>
          <a:p>
            <a:pPr/>
            <a:r>
              <a:rPr>
                <a:latin typeface="Times New Roman"/>
              </a:rPr>
              <a:t>The platform is completely web-based, requiring no software installation.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To provide a highly interactive and visual learning tool for Operating System algorithms.</a:t>
            </a:r>
          </a:p>
          <a:p>
            <a:pPr/>
            <a:r>
              <a:rPr>
                <a:latin typeface="Times New Roman"/>
              </a:rPr>
              <a:t>To allow step-by-step execution to help users track internal state changes over time.</a:t>
            </a:r>
          </a:p>
          <a:p>
            <a:pPr/>
            <a:r>
              <a:rPr>
                <a:latin typeface="Times New Roman"/>
              </a:rPr>
              <a:t>To create a modern, professional, and accessible user interface replacing outdated legacy visualizers.</a:t>
            </a:r>
          </a:p>
          <a:p>
            <a:pPr/>
            <a:r>
              <a:rPr>
                <a:latin typeface="Times New Roman"/>
              </a:rPr>
              <a:t>To support multiple scheduling, allocation, and replacement algorithms in a single unified dashboard.</a:t>
            </a:r>
          </a:p>
          <a:p>
            <a:pPr/>
            <a:r>
              <a:rPr>
                <a:latin typeface="Times New Roman"/>
              </a:rPr>
              <a:t>To generate accurate metrics like Waiting Time, Turnaround Time, and Page Faults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Tech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Frontend Framework: React (for building dynamic and component-based UI).</a:t>
            </a:r>
          </a:p>
          <a:p>
            <a:pPr/>
            <a:r>
              <a:rPr>
                <a:latin typeface="Times New Roman"/>
              </a:rPr>
              <a:t>Styling: Tailwind CSS (for rapid, modern, and responsive styling without raw CSS files).</a:t>
            </a:r>
          </a:p>
          <a:p>
            <a:pPr/>
            <a:r>
              <a:rPr>
                <a:latin typeface="Times New Roman"/>
              </a:rPr>
              <a:t>Animations: Framer Motion (for smooth transitions and step-by-step visual ticking).</a:t>
            </a:r>
          </a:p>
          <a:p>
            <a:pPr/>
            <a:r>
              <a:rPr>
                <a:latin typeface="Times New Roman"/>
              </a:rPr>
              <a:t>Charting/Graphs: Recharts (for rendering dynamic Gantt charts and Disk Head Movement graphs).</a:t>
            </a:r>
          </a:p>
          <a:p>
            <a:pPr/>
            <a:r>
              <a:rPr>
                <a:latin typeface="Times New Roman"/>
              </a:rPr>
              <a:t>Icons: Lucide-React (for clean, professional scalable vector icons).</a:t>
            </a:r>
          </a:p>
          <a:p>
            <a:pPr/>
            <a:r>
              <a:rPr>
                <a:latin typeface="Times New Roman"/>
              </a:rPr>
              <a:t>Build Tool: Vite (for lightning-fast compilation and hot module replacement).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Features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Real-Time Step-by-Step Simulation: Algorithms execute visually step-by-step, mimicking the passage of time.</a:t>
            </a:r>
          </a:p>
          <a:p>
            <a:pPr/>
            <a:r>
              <a:rPr>
                <a:latin typeface="Times New Roman"/>
              </a:rPr>
              <a:t>Comprehensive Dashboard: Centralized hub to access all OS modules.</a:t>
            </a:r>
          </a:p>
          <a:p>
            <a:pPr/>
            <a:r>
              <a:rPr>
                <a:latin typeface="Times New Roman"/>
              </a:rPr>
              <a:t>Dark &amp; Light Mode: Professional SaaS-style theming accessible via a global toggle.</a:t>
            </a:r>
          </a:p>
          <a:p>
            <a:pPr/>
            <a:r>
              <a:rPr>
                <a:latin typeface="Times New Roman"/>
              </a:rPr>
              <a:t>Responsive Design: Seamless experience across desktops, tablets, and mobile devices.</a:t>
            </a:r>
          </a:p>
          <a:p>
            <a:pPr/>
            <a:r>
              <a:rPr>
                <a:latin typeface="Times New Roman"/>
              </a:rPr>
              <a:t>Dynamic Data Input: Users can freely add, remove, and modify processes, queues, and reference strings.</a:t>
            </a:r>
          </a:p>
          <a:p>
            <a:pPr/>
            <a:r>
              <a:rPr>
                <a:latin typeface="Times New Roman"/>
              </a:rPr>
              <a:t>Glassmorphism UI: Premium aesthetic utilizing translucent panels and clean typography.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Modules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1. CPU Scheduling: FCFS, SJF, Round Robin, Priority.</a:t>
            </a:r>
          </a:p>
          <a:p>
            <a:pPr/>
            <a:r>
              <a:rPr>
                <a:latin typeface="Times New Roman"/>
              </a:rPr>
              <a:t>2. Disk Scheduling: FCFS, SSTF, SCAN, C-SCAN, LOOK.</a:t>
            </a:r>
          </a:p>
          <a:p>
            <a:pPr/>
            <a:r>
              <a:rPr>
                <a:latin typeface="Times New Roman"/>
              </a:rPr>
              <a:t>3. Memory Management: First Fit, Best Fit, Worst Fit contiguous allocation.</a:t>
            </a:r>
          </a:p>
          <a:p>
            <a:pPr/>
            <a:r>
              <a:rPr>
                <a:latin typeface="Times New Roman"/>
              </a:rPr>
              <a:t>4. Deadlock Detection: Banker's Algorithm for Safe State analysis.</a:t>
            </a:r>
          </a:p>
          <a:p>
            <a:pPr/>
            <a:r>
              <a:rPr>
                <a:latin typeface="Times New Roman"/>
              </a:rPr>
              <a:t>5. Page Replacement: FIFO, LRU, Optimal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Working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User selects a specific module from the sidebar navigation.</a:t>
            </a:r>
          </a:p>
          <a:p>
            <a:pPr/>
            <a:r>
              <a:rPr>
                <a:latin typeface="Times New Roman"/>
              </a:rPr>
              <a:t>User configures the input parameters (e.g., burst times, disk queues, memory blocks).</a:t>
            </a:r>
          </a:p>
          <a:p>
            <a:pPr/>
            <a:r>
              <a:rPr>
                <a:latin typeface="Times New Roman"/>
              </a:rPr>
              <a:t>User selects the specific algorithm to test from a dropdown menu.</a:t>
            </a:r>
          </a:p>
          <a:p>
            <a:pPr/>
            <a:r>
              <a:rPr>
                <a:latin typeface="Times New Roman"/>
              </a:rPr>
              <a:t>User toggles 'Real-time Simulation' and clicks 'Simulate'.</a:t>
            </a:r>
          </a:p>
          <a:p>
            <a:pPr/>
            <a:r>
              <a:rPr>
                <a:latin typeface="Times New Roman"/>
              </a:rPr>
              <a:t>The application processes the algorithm logic internally and returns the final dataset.</a:t>
            </a:r>
          </a:p>
          <a:p>
            <a:pPr/>
            <a:r>
              <a:rPr>
                <a:latin typeface="Times New Roman"/>
              </a:rPr>
              <a:t>The React UI iterates over the dataset on a timer, progressively rendering charts, tables, and statistics.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Screenshots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[Please insert a screenshot of the Dashboard here]</a:t>
            </a:r>
          </a:p>
          <a:p>
            <a:pPr/>
            <a:r>
              <a:rPr>
                <a:latin typeface="Times New Roman"/>
              </a:rPr>
              <a:t>[Please insert a screenshot of the CPU Scheduling Gantt chart here]</a:t>
            </a:r>
          </a:p>
          <a:p>
            <a:pPr/>
            <a:r>
              <a:rPr>
                <a:latin typeface="Times New Roman"/>
              </a:rPr>
              <a:t>[Please insert a screenshot of the Disk Scheduling Head Movement graph here]</a:t>
            </a:r>
          </a:p>
          <a:p>
            <a:pPr/>
            <a:r>
              <a:rPr>
                <a:latin typeface="Times New Roman"/>
              </a:rPr>
              <a:t>[Please insert a screenshot of the Deadlock Detection Safe Sequence here]</a:t>
            </a:r>
          </a:p>
          <a:p>
            <a:pPr/>
            <a:r>
              <a:rPr>
                <a:latin typeface="Times New Roman"/>
              </a:rPr>
              <a:t>(The screenshots will visually demonstrate the premium UI and functional components of the platform)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Advantages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Highly Educational: Transforms abstract OS math into tangible visual sequences.</a:t>
            </a:r>
          </a:p>
          <a:p>
            <a:pPr/>
            <a:r>
              <a:rPr>
                <a:latin typeface="Times New Roman"/>
              </a:rPr>
              <a:t>Zero Setup Required: Runs completely in the web browser without backend dependencies.</a:t>
            </a:r>
          </a:p>
          <a:p>
            <a:pPr/>
            <a:r>
              <a:rPr>
                <a:latin typeface="Times New Roman"/>
              </a:rPr>
              <a:t>Instant Feedback: Students immediately see how changing a burst time affects the Gantt chart.</a:t>
            </a:r>
          </a:p>
          <a:p>
            <a:pPr/>
            <a:r>
              <a:rPr>
                <a:latin typeface="Times New Roman"/>
              </a:rPr>
              <a:t>Modern Aesthetic: Feels like a premium developer tool rather than an academic project.</a:t>
            </a:r>
          </a:p>
          <a:p>
            <a:pPr/>
            <a:r>
              <a:rPr>
                <a:latin typeface="Times New Roman"/>
              </a:rPr>
              <a:t>Open Architecture: React's component structure makes adding new algorithms extremely easy.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Limitations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Frontend Only: No database integration to save or share previous simulation scenarios.</a:t>
            </a:r>
          </a:p>
          <a:p>
            <a:pPr/>
            <a:r>
              <a:rPr>
                <a:latin typeface="Times New Roman"/>
              </a:rPr>
              <a:t>Scale Limits: Rendering thousands of processes step-by-step could cause browser performance issues.</a:t>
            </a:r>
          </a:p>
          <a:p>
            <a:pPr/>
            <a:r>
              <a:rPr>
                <a:latin typeface="Times New Roman"/>
              </a:rPr>
              <a:t>Non-Preemptive Priority: The current CPU module focuses on non-preemptive algorithms, missing some advanced preemptive edge cases.</a:t>
            </a:r>
          </a:p>
          <a:p>
            <a:pPr/>
            <a:r>
              <a:rPr>
                <a:latin typeface="Times New Roman"/>
              </a:rPr>
              <a:t>Screen Size constraints: Massive disk queues or Gantt charts require horizontal scrolling on smaller screens.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Backend Integration: Adding Node.js/MongoDB to allow users to create accounts and save their test scenarios.</a:t>
            </a:r>
          </a:p>
          <a:p>
            <a:pPr/>
            <a:r>
              <a:rPr>
                <a:latin typeface="Times New Roman"/>
              </a:rPr>
              <a:t>More Algorithms: Implementing Multilevel Queue Scheduling and advanced preemptive techniques.</a:t>
            </a:r>
          </a:p>
          <a:p>
            <a:pPr/>
            <a:r>
              <a:rPr>
                <a:latin typeface="Times New Roman"/>
              </a:rPr>
              <a:t>Export Features: Allowing users to download the step-by-step execution results as a PDF or Excel file.</a:t>
            </a:r>
          </a:p>
          <a:p>
            <a:pPr/>
            <a:r>
              <a:rPr>
                <a:latin typeface="Times New Roman"/>
              </a:rPr>
              <a:t>Instructor Dashboard: Creating a mode where teachers can broadcast simulations to connected students in real-time.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The OS Lab Visualizer successfully achieves its goal of simplifying complex Operating System concepts.</a:t>
            </a:r>
          </a:p>
          <a:p>
            <a:pPr/>
            <a:r>
              <a:rPr>
                <a:latin typeface="Times New Roman"/>
              </a:rPr>
              <a:t>By combining modern web technologies (React, Tailwind) with robust algorithmic logic, it delivers a seamless educational experience.</a:t>
            </a:r>
          </a:p>
          <a:p>
            <a:pPr/>
            <a:r>
              <a:rPr>
                <a:latin typeface="Times New Roman"/>
              </a:rPr>
              <a:t>The real-time visualization bridge the theoretical gap, making it a highly valuable tool for computer science students worldwide.</a:t>
            </a:r>
          </a:p>
          <a:p>
            <a:pPr/>
            <a:r>
              <a:rPr>
                <a:latin typeface="Times New Roman"/>
              </a:rPr>
              <a:t>It lays a strong foundation for future expansion into a complete, scalable OS learning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